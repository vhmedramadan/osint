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4572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1C2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OSINT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OSINT Social Media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Forensics Investigation System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digital footprint analysis across social platforms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1C2333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08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57400" y="310896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1C2333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3108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0" y="310896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1C2333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3108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57800" y="310896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1C2333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3108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0" y="310896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1C2333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3108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Wayback Machine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0E14"/>
          </a:solidFill>
          <a:ln w="12700">
            <a:solidFill>
              <a:srgbClr val="0A0E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&amp; Digital Forensics  |  Research Project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6400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OSINT framework that integrates APIs, web scraping, browser automation, and interactive visualization to provide a unified digital forensic investigation pipeline.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606040" cy="274320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91640"/>
            <a:ext cx="26060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874520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560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02920" y="306324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extraction via APIs &amp; Selenium automation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0" y="1691640"/>
            <a:ext cx="2606040" cy="2743200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0" y="1691640"/>
            <a:ext cx="26060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874520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00400" y="2560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Engine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337560" y="306324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profiling, change detection &amp; timeline reconstruction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35040" y="1691640"/>
            <a:ext cx="2606040" cy="2743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35040" y="1691640"/>
            <a:ext cx="2606040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874520"/>
            <a:ext cx="594360" cy="5943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35040" y="2560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172200" y="306324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social graphs, dashboards &amp; forensic reports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Collection Modules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46304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17373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430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097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11480" y="16002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Username, Bio, Location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 / Following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Repositories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Timestamps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09160" y="960120"/>
            <a:ext cx="411480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960120"/>
            <a:ext cx="64008" cy="173736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430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1097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846320" y="16002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&amp; Karma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Creation Date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Status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Image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74320" y="2971800"/>
            <a:ext cx="411480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74320" y="2971800"/>
            <a:ext cx="64008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1546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3108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11480" y="36118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 Count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Count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Links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Browser Automation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709160" y="2971800"/>
            <a:ext cx="411480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09160" y="2971800"/>
            <a:ext cx="64008" cy="17373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15468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94960" y="3108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Username Search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4846320" y="36118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Enumeration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Status Parsing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Twitter, Reddit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Recon Coverage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Forensic Analysis Engine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463040" cy="4572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051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Storage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16002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data saved in JSON format for historical tracking. Each snapshot captures the full profile state, enabling comparison across time intervals for behavioral analysis.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914400"/>
            <a:ext cx="411480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515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051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Detection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937760" y="16002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last two snapshots to flag: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Follower/following changes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Bio or location modifications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Repository updates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Deleted content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74320" y="30632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Severity Classification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274320" y="3520440"/>
            <a:ext cx="274320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74320" y="3520440"/>
            <a:ext cx="2743200" cy="4114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74320" y="3520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LOW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11480" y="400507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profile modification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200400" y="3520440"/>
            <a:ext cx="274320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200400" y="3520440"/>
            <a:ext cx="2743200" cy="4114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200400" y="3520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MEDIUM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3337560" y="400507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activity change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126480" y="3520440"/>
            <a:ext cx="274320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126480" y="3520440"/>
            <a:ext cx="2743200" cy="41148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126480" y="3520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263640" y="400507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/ large-scale change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Visualization &amp; Dashboard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463040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246888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051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Graph (PyVis)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1691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node → Target user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20391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node → Direct followers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3865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node → Secondary connections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743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Physics-based layout with directed edges showing recursive follower network mapping.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914400"/>
            <a:ext cx="4114800" cy="2468880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515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1051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Dashboard Tabs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937760" y="1627632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Overview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Graph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Change Analysis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Search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Content Detection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Investigation Report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74320" y="3520440"/>
            <a:ext cx="859536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74320" y="3520440"/>
            <a:ext cx="64008" cy="12801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39312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35844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Wayback Machine Integration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005840" y="404164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archived versions of social profiles to recover deleted content, compare historical vs. current state, and track long-term digital changes.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Ethics, Limitations &amp; 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64592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02336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051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Guidelines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1645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unauthorized surveillance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API rate limits &amp; ToS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API keys &amp; tokens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&amp; research use only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46320" y="914400"/>
            <a:ext cx="402336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515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1051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Limitations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029200" y="1645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may change or restrict access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breaks with UI updates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 block frequent requests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API requires authentication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74320" y="3246120"/>
            <a:ext cx="8595360" cy="1600200"/>
          </a:xfrm>
          <a:prstGeom prst="rect">
            <a:avLst/>
          </a:prstGeom>
          <a:solidFill>
            <a:srgbClr val="0D1F2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74320" y="3246120"/>
            <a:ext cx="859536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33101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framework successfully combines data extraction, behavioral analysis, and visualization into a powerful unified OSINT pipeline. Future enhancements include ML-based anomaly detection, real-time monitoring, and deeper cross-platform correlation.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OSINT Social Media Forensics Investigation System</dc:title>
  <dc:subject>PptxGenJS Presentation</dc:subject>
  <dc:creator>PptxGenJS</dc:creator>
  <cp:lastModifiedBy>PptxGenJS</cp:lastModifiedBy>
  <cp:revision>1</cp:revision>
  <dcterms:created xsi:type="dcterms:W3CDTF">2026-05-09T21:34:51Z</dcterms:created>
  <dcterms:modified xsi:type="dcterms:W3CDTF">2026-05-09T21:34:51Z</dcterms:modified>
</cp:coreProperties>
</file>